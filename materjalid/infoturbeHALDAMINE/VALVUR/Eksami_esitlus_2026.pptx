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B28036-6164-4185-AA37-9DF772FC97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293930-1A6F-4EF7-856D-268A6178AC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441D5A-9454-4B55-9225-551E2D0549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4C3D21-CEC3-4F94-8A2D-3A2AE246C8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EDF350-F6C3-4857-AC56-95B6C7A55E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FD26CA-8659-4EE6-87E7-75C97A34C4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E4F854-ECAC-4869-9BB9-57728A37E4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F3737D-A53A-4E4A-B706-3C8110452E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A46FFF-E442-4F91-B6B7-BF8D2F41EB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E377D2-E00D-4533-A30C-4591F48481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CE58BE-D62F-4846-87ED-F7F704C7DD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33310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INFOTURBE KUTSEEKSAM 2026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Raplamaa Rakenduslik Kolledž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19.05.2026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914400" y="685800"/>
            <a:ext cx="7315200" cy="2679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█████   █████  █████████████ 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▒▒███   ▒▒███  ▒▒███▒▒▒▒▒▒███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▒███    ▒███   ▒███      ▒███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▒███████████   ▒████████████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▒███▒▒▒▒▒███   ▒███▒▒▒▒▒▒███ 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▒███    ▒███   ▒███      ▒███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█████   █████  █████     █████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▒▒▒▒▒   ▒▒▒▒▒  ▒▒▒▒▒     ▒▒▒▒▒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ourier New"/>
              </a:rPr>
              <a:t>Tiim HR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ourier New"/>
              </a:rPr>
              <a:t>HEIKI REBANE &amp; HELENA REINHOLD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EITS Vastavuskontroll ja Audit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VALVUR-i auditi tulemused (07_turvaaudit.py)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Tuvastatud puudused ja GPO vead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Soovitatud parandusmeetmed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Infovarade võrgujoonis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Võrgu kaardistamine (10_vorgu_skaneerimine.py)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Masinate nimed, IP-d ja rollid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[SISESTA JOONIS SIIN]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Intsident: 'Häkkimine'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Algpõhjuse analüüs (Root Cause)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Esmane nakatumine ja ründetehnika (MITRE ATT&amp;CK)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Ründaja liikumine süsteemis (Lateral Movement)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Kokkuvõte ja ettepanekud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Süsteemi kerksuse suurendamine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VALVUR-i roll tuleviku monitooringus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LibreOffice/26.2.1.2$Linux_X86_64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2026-05-12T10:36:04Z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